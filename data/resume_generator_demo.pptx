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Applying to jobs requires tailoring resumes manually.</a:t>
            </a:r>
          </a:p>
          <a:p>
            <a:r>
              <a:t>Time-consuming and repetitive.</a:t>
            </a:r>
          </a:p>
          <a:p>
            <a:r>
              <a:t>Generic resumes perform poorly.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system to generate job-specific resumes.</a:t>
            </a:r>
          </a:p>
          <a:p>
            <a:r>
              <a:t>Input: Resume + Job Description</a:t>
            </a:r>
          </a:p>
          <a:p>
            <a:r>
              <a:t>Output: Optimized resume.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Resume + Job URL → Extract JD → Process → Match Skills &amp; Projects → Generate Resume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 input job link</a:t>
            </a:r>
          </a:p>
          <a:p>
            <a:r>
              <a:t>Show processing logs</a:t>
            </a:r>
          </a:p>
          <a:p>
            <a:r>
              <a:t>Show generated resume</a:t>
            </a:r>
          </a:p>
          <a:p>
            <a:r>
              <a:t>Highlight changes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Scraper → Cleaner → Chunker → Embeddings (Chroma)</a:t>
            </a:r>
          </a:p>
          <a:p>
            <a:r>
              <a:t>LLM (Ollama)</a:t>
            </a:r>
          </a:p>
          <a:p>
            <a:r>
              <a:t>Validator → Builder → Judge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for structured extraction and reasoning</a:t>
            </a:r>
          </a:p>
          <a:p>
            <a:r>
              <a:t>Runs locally via Ollama</a:t>
            </a:r>
          </a:p>
          <a:p>
            <a:r>
              <a:t>Ensures privacy and cost efficiency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Embeddings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Convert JD into vectors</a:t>
            </a:r>
          </a:p>
          <a:p>
            <a:r>
              <a:t>Enable semantic search</a:t>
            </a:r>
          </a:p>
          <a:p>
            <a:r>
              <a:t>Used to retrieve relevant context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Pipeline uses retry + validation</a:t>
            </a:r>
          </a:p>
          <a:p>
            <a:r>
              <a:t>Each step checks output quality</a:t>
            </a:r>
          </a:p>
          <a:p>
            <a:r>
              <a:t>Improves robustness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Context size limits → compression</a:t>
            </a:r>
          </a:p>
          <a:p>
            <a:r>
              <a:t>Invalid JSON → retry logic</a:t>
            </a:r>
          </a:p>
          <a:p>
            <a:r>
              <a:t>Noisy skills → post-processing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Engineering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local models for control</a:t>
            </a:r>
          </a:p>
          <a:p>
            <a:r>
              <a:t>Added validation layers</a:t>
            </a:r>
          </a:p>
          <a:p>
            <a:r>
              <a:t>Separated extraction vs generation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inconsistency</a:t>
            </a:r>
          </a:p>
          <a:p>
            <a:r>
              <a:t>Heuristic skill extraction</a:t>
            </a:r>
          </a:p>
          <a:p>
            <a:r>
              <a:t>Limited ranking logic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Better skill matching</a:t>
            </a:r>
          </a:p>
          <a:p>
            <a:r>
              <a:t>UI interface</a:t>
            </a:r>
          </a:p>
          <a:p>
            <a:r>
              <a:t>S3 + Twilio integration</a:t>
            </a:r>
          </a:p>
          <a:p>
            <a:r>
              <a:t>Model improvements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LLMs can power structured automation systems</a:t>
            </a:r>
          </a:p>
          <a:p>
            <a:r>
              <a:t>Not just text generation but decision pipelines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